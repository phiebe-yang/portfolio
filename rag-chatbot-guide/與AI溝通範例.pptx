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8" r:id="rId3"/>
    <p:sldId id="261" r:id="rId4"/>
    <p:sldId id="257" r:id="rId5"/>
    <p:sldId id="264" r:id="rId6"/>
    <p:sldId id="263" r:id="rId7"/>
    <p:sldId id="307" r:id="rId8"/>
    <p:sldId id="262" r:id="rId9"/>
    <p:sldId id="273" r:id="rId10"/>
    <p:sldId id="274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Lato Light" panose="020F0502020204030203" pitchFamily="34" charset="0"/>
      <p:regular r:id="rId17"/>
      <p:italic r:id="rId18"/>
    </p:embeddedFont>
    <p:embeddedFont>
      <p:font typeface="Sora" panose="02020500000000000000" charset="0"/>
      <p:regular r:id="rId19"/>
      <p:bold r:id="rId20"/>
    </p:embeddedFont>
    <p:embeddedFont>
      <p:font typeface="華康新特圓體" panose="020F0909000000000000" pitchFamily="49" charset="-12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9A32F-23E5-438D-87FC-190675C5426D}" v="3" dt="2026-07-16T08:02:29.489"/>
  </p1510:revLst>
</p1510:revInfo>
</file>

<file path=ppt/tableStyles.xml><?xml version="1.0" encoding="utf-8"?>
<a:tblStyleLst xmlns:a="http://schemas.openxmlformats.org/drawingml/2006/main" def="{E410624B-763B-4195-9714-21FC24DC8143}">
  <a:tblStyle styleId="{E410624B-763B-4195-9714-21FC24DC81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ebe Yang" userId="d5050e5a6f670ba3" providerId="LiveId" clId="{D587F2A8-C112-4EEE-BE22-11178754CAF7}"/>
    <pc:docChg chg="modSld">
      <pc:chgData name="phiebe Yang" userId="d5050e5a6f670ba3" providerId="LiveId" clId="{D587F2A8-C112-4EEE-BE22-11178754CAF7}" dt="2026-07-16T08:04:33.304" v="28" actId="20577"/>
      <pc:docMkLst>
        <pc:docMk/>
      </pc:docMkLst>
      <pc:sldChg chg="addSp modSp mod">
        <pc:chgData name="phiebe Yang" userId="d5050e5a6f670ba3" providerId="LiveId" clId="{D587F2A8-C112-4EEE-BE22-11178754CAF7}" dt="2026-07-16T08:03:56.486" v="10" actId="20577"/>
        <pc:sldMkLst>
          <pc:docMk/>
          <pc:sldMk cId="0" sldId="257"/>
        </pc:sldMkLst>
        <pc:spChg chg="add mod">
          <ac:chgData name="phiebe Yang" userId="d5050e5a6f670ba3" providerId="LiveId" clId="{D587F2A8-C112-4EEE-BE22-11178754CAF7}" dt="2026-07-16T08:03:56.486" v="10" actId="20577"/>
          <ac:spMkLst>
            <pc:docMk/>
            <pc:sldMk cId="0" sldId="257"/>
            <ac:spMk id="3" creationId="{964862A3-92BE-DFB4-20E5-10B306F02D9B}"/>
          </ac:spMkLst>
        </pc:spChg>
      </pc:sldChg>
      <pc:sldChg chg="addSp modSp mod">
        <pc:chgData name="phiebe Yang" userId="d5050e5a6f670ba3" providerId="LiveId" clId="{D587F2A8-C112-4EEE-BE22-11178754CAF7}" dt="2026-07-16T08:03:12.352" v="4" actId="1076"/>
        <pc:sldMkLst>
          <pc:docMk/>
          <pc:sldMk cId="0" sldId="258"/>
        </pc:sldMkLst>
        <pc:spChg chg="add mod">
          <ac:chgData name="phiebe Yang" userId="d5050e5a6f670ba3" providerId="LiveId" clId="{D587F2A8-C112-4EEE-BE22-11178754CAF7}" dt="2026-07-16T08:03:12.352" v="4" actId="1076"/>
          <ac:spMkLst>
            <pc:docMk/>
            <pc:sldMk cId="0" sldId="258"/>
            <ac:spMk id="2" creationId="{EBE80277-096E-1E8E-70B2-E2615BD5BC29}"/>
          </ac:spMkLst>
        </pc:spChg>
      </pc:sldChg>
      <pc:sldChg chg="addSp modSp mod">
        <pc:chgData name="phiebe Yang" userId="d5050e5a6f670ba3" providerId="LiveId" clId="{D587F2A8-C112-4EEE-BE22-11178754CAF7}" dt="2026-07-16T08:03:51.262" v="7" actId="20577"/>
        <pc:sldMkLst>
          <pc:docMk/>
          <pc:sldMk cId="0" sldId="261"/>
        </pc:sldMkLst>
        <pc:spChg chg="add mod">
          <ac:chgData name="phiebe Yang" userId="d5050e5a6f670ba3" providerId="LiveId" clId="{D587F2A8-C112-4EEE-BE22-11178754CAF7}" dt="2026-07-16T08:03:51.262" v="7" actId="20577"/>
          <ac:spMkLst>
            <pc:docMk/>
            <pc:sldMk cId="0" sldId="261"/>
            <ac:spMk id="3" creationId="{589C1DD2-2723-A509-203F-00726CCF3FFB}"/>
          </ac:spMkLst>
        </pc:spChg>
      </pc:sldChg>
      <pc:sldChg chg="addSp modSp mod">
        <pc:chgData name="phiebe Yang" userId="d5050e5a6f670ba3" providerId="LiveId" clId="{D587F2A8-C112-4EEE-BE22-11178754CAF7}" dt="2026-07-16T08:04:14.486" v="22" actId="20577"/>
        <pc:sldMkLst>
          <pc:docMk/>
          <pc:sldMk cId="0" sldId="262"/>
        </pc:sldMkLst>
        <pc:spChg chg="add mod">
          <ac:chgData name="phiebe Yang" userId="d5050e5a6f670ba3" providerId="LiveId" clId="{D587F2A8-C112-4EEE-BE22-11178754CAF7}" dt="2026-07-16T08:04:14.486" v="22" actId="20577"/>
          <ac:spMkLst>
            <pc:docMk/>
            <pc:sldMk cId="0" sldId="262"/>
            <ac:spMk id="3" creationId="{4A1C3901-524A-42EA-5283-AE4E8C7E0C82}"/>
          </ac:spMkLst>
        </pc:spChg>
      </pc:sldChg>
      <pc:sldChg chg="addSp modSp mod">
        <pc:chgData name="phiebe Yang" userId="d5050e5a6f670ba3" providerId="LiveId" clId="{D587F2A8-C112-4EEE-BE22-11178754CAF7}" dt="2026-07-16T08:04:04.673" v="16" actId="20577"/>
        <pc:sldMkLst>
          <pc:docMk/>
          <pc:sldMk cId="0" sldId="263"/>
        </pc:sldMkLst>
        <pc:spChg chg="add mod">
          <ac:chgData name="phiebe Yang" userId="d5050e5a6f670ba3" providerId="LiveId" clId="{D587F2A8-C112-4EEE-BE22-11178754CAF7}" dt="2026-07-16T08:04:04.673" v="16" actId="20577"/>
          <ac:spMkLst>
            <pc:docMk/>
            <pc:sldMk cId="0" sldId="263"/>
            <ac:spMk id="3" creationId="{05D7ACA8-20EA-9B0D-4515-F0B90B03ABEC}"/>
          </ac:spMkLst>
        </pc:spChg>
      </pc:sldChg>
      <pc:sldChg chg="addSp modSp mod">
        <pc:chgData name="phiebe Yang" userId="d5050e5a6f670ba3" providerId="LiveId" clId="{D587F2A8-C112-4EEE-BE22-11178754CAF7}" dt="2026-07-16T08:04:00.910" v="13" actId="20577"/>
        <pc:sldMkLst>
          <pc:docMk/>
          <pc:sldMk cId="0" sldId="264"/>
        </pc:sldMkLst>
        <pc:spChg chg="add mod">
          <ac:chgData name="phiebe Yang" userId="d5050e5a6f670ba3" providerId="LiveId" clId="{D587F2A8-C112-4EEE-BE22-11178754CAF7}" dt="2026-07-16T08:04:00.910" v="13" actId="20577"/>
          <ac:spMkLst>
            <pc:docMk/>
            <pc:sldMk cId="0" sldId="264"/>
            <ac:spMk id="3" creationId="{0A494959-8D97-F274-67FD-5B6AAEBC12C1}"/>
          </ac:spMkLst>
        </pc:spChg>
      </pc:sldChg>
      <pc:sldChg chg="addSp modSp mod">
        <pc:chgData name="phiebe Yang" userId="d5050e5a6f670ba3" providerId="LiveId" clId="{D587F2A8-C112-4EEE-BE22-11178754CAF7}" dt="2026-07-16T08:04:26.090" v="25" actId="20577"/>
        <pc:sldMkLst>
          <pc:docMk/>
          <pc:sldMk cId="0" sldId="273"/>
        </pc:sldMkLst>
        <pc:spChg chg="add mod">
          <ac:chgData name="phiebe Yang" userId="d5050e5a6f670ba3" providerId="LiveId" clId="{D587F2A8-C112-4EEE-BE22-11178754CAF7}" dt="2026-07-16T08:04:26.090" v="25" actId="20577"/>
          <ac:spMkLst>
            <pc:docMk/>
            <pc:sldMk cId="0" sldId="273"/>
            <ac:spMk id="3" creationId="{BC4F3FBB-C344-4588-1124-87CD263A0FED}"/>
          </ac:spMkLst>
        </pc:spChg>
      </pc:sldChg>
      <pc:sldChg chg="addSp modSp mod">
        <pc:chgData name="phiebe Yang" userId="d5050e5a6f670ba3" providerId="LiveId" clId="{D587F2A8-C112-4EEE-BE22-11178754CAF7}" dt="2026-07-16T08:04:33.304" v="28" actId="20577"/>
        <pc:sldMkLst>
          <pc:docMk/>
          <pc:sldMk cId="0" sldId="274"/>
        </pc:sldMkLst>
        <pc:spChg chg="add mod">
          <ac:chgData name="phiebe Yang" userId="d5050e5a6f670ba3" providerId="LiveId" clId="{D587F2A8-C112-4EEE-BE22-11178754CAF7}" dt="2026-07-16T08:04:33.304" v="28" actId="20577"/>
          <ac:spMkLst>
            <pc:docMk/>
            <pc:sldMk cId="0" sldId="274"/>
            <ac:spMk id="3" creationId="{9FFAC9C4-B014-DED5-CF33-EAB946B728C2}"/>
          </ac:spMkLst>
        </pc:spChg>
      </pc:sldChg>
      <pc:sldChg chg="addSp modSp mod">
        <pc:chgData name="phiebe Yang" userId="d5050e5a6f670ba3" providerId="LiveId" clId="{D587F2A8-C112-4EEE-BE22-11178754CAF7}" dt="2026-07-16T08:04:08.730" v="19" actId="20577"/>
        <pc:sldMkLst>
          <pc:docMk/>
          <pc:sldMk cId="3120785746" sldId="307"/>
        </pc:sldMkLst>
        <pc:spChg chg="add mod">
          <ac:chgData name="phiebe Yang" userId="d5050e5a6f670ba3" providerId="LiveId" clId="{D587F2A8-C112-4EEE-BE22-11178754CAF7}" dt="2026-07-16T08:04:08.730" v="19" actId="20577"/>
          <ac:spMkLst>
            <pc:docMk/>
            <pc:sldMk cId="3120785746" sldId="307"/>
            <ac:spMk id="3" creationId="{4E31C610-1BC1-FF6E-2654-FECE89FDA0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557A442E-EA45-1145-4B15-34413EF3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33ECEADC-9681-40E6-42CF-44FC03BD9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B626E1C-B752-876F-E7B7-372B84C34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881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d1bf8d60a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d1bf8d60a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name="adj1" fmla="val 3258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9" name="Google Shape;139;p14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8" r:id="rId10"/>
    <p:sldLayoutId id="2147483674" r:id="rId11"/>
    <p:sldLayoutId id="2147483675" r:id="rId12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zh-TW" altLang="en-US" sz="3400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與</a:t>
            </a:r>
            <a:r>
              <a:rPr lang="en-US" altLang="zh-TW" sz="3400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GitHub Copilot App(desktop)</a:t>
            </a:r>
            <a:r>
              <a:rPr lang="zh-TW" altLang="en-US" sz="3400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溝通</a:t>
            </a:r>
            <a:endParaRPr sz="3400"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文件優化案例</a:t>
            </a:r>
            <a:endParaRPr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6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6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目標</a:t>
            </a:r>
            <a:endParaRPr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454" name="Google Shape;454;p35"/>
          <p:cNvSpPr txBox="1">
            <a:spLocks noGrp="1"/>
          </p:cNvSpPr>
          <p:nvPr>
            <p:ph type="title" idx="5"/>
          </p:nvPr>
        </p:nvSpPr>
        <p:spPr>
          <a:xfrm>
            <a:off x="720000" y="1401350"/>
            <a:ext cx="1856673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原始狀況</a:t>
            </a:r>
            <a:endParaRPr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455" name="Google Shape;455;p35"/>
          <p:cNvSpPr txBox="1">
            <a:spLocks noGrp="1"/>
          </p:cNvSpPr>
          <p:nvPr>
            <p:ph type="title" idx="7"/>
          </p:nvPr>
        </p:nvSpPr>
        <p:spPr>
          <a:xfrm>
            <a:off x="720000" y="2219667"/>
            <a:ext cx="1856673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目標</a:t>
            </a:r>
            <a:endParaRPr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456" name="Google Shape;456;p35"/>
          <p:cNvSpPr txBox="1">
            <a:spLocks noGrp="1"/>
          </p:cNvSpPr>
          <p:nvPr>
            <p:ph type="title" idx="8"/>
          </p:nvPr>
        </p:nvSpPr>
        <p:spPr>
          <a:xfrm>
            <a:off x="720000" y="3856300"/>
            <a:ext cx="1856673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成果</a:t>
            </a:r>
            <a:endParaRPr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457" name="Google Shape;457;p35"/>
          <p:cNvSpPr txBox="1">
            <a:spLocks noGrp="1"/>
          </p:cNvSpPr>
          <p:nvPr>
            <p:ph type="title" idx="6"/>
          </p:nvPr>
        </p:nvSpPr>
        <p:spPr>
          <a:xfrm>
            <a:off x="720000" y="3037983"/>
            <a:ext cx="1856673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方法</a:t>
            </a:r>
            <a:endParaRPr b="0" dirty="0"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  <p:sp>
        <p:nvSpPr>
          <p:cNvPr id="458" name="Google Shape;458;p35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 algn="l">
              <a:spcBef>
                <a:spcPts val="200"/>
              </a:spcBef>
              <a:defRPr sz="1600"/>
            </a:pPr>
            <a:r>
              <a:rPr lang="en-US" altLang="zh-TW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RAG </a:t>
            </a: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建置說明書是非正式的筆記格式</a:t>
            </a:r>
          </a:p>
        </p:txBody>
      </p:sp>
      <p:sp>
        <p:nvSpPr>
          <p:cNvPr id="459" name="Google Shape;459;p35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 algn="l">
              <a:spcBef>
                <a:spcPts val="200"/>
              </a:spcBef>
              <a:defRPr sz="1600"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將其轉換為正式、專業的說明書</a:t>
            </a:r>
          </a:p>
        </p:txBody>
      </p:sp>
      <p:sp>
        <p:nvSpPr>
          <p:cNvPr id="460" name="Google Shape;460;p35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 algn="l">
              <a:spcBef>
                <a:spcPts val="200"/>
              </a:spcBef>
              <a:defRPr sz="1600"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通過 </a:t>
            </a:r>
            <a:r>
              <a:rPr lang="en-US" altLang="zh-TW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GitHub Copilot CLI </a:t>
            </a: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與 </a:t>
            </a:r>
            <a:r>
              <a:rPr lang="en-US" altLang="zh-TW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AI </a:t>
            </a: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協作</a:t>
            </a:r>
          </a:p>
        </p:txBody>
      </p:sp>
      <p:sp>
        <p:nvSpPr>
          <p:cNvPr id="461" name="Google Shape;461;p35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5578504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 algn="l">
              <a:spcBef>
                <a:spcPts val="200"/>
              </a:spcBef>
              <a:defRPr sz="1600"/>
            </a:pP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完成正式 </a:t>
            </a:r>
            <a:r>
              <a:rPr lang="en-US" altLang="zh-TW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Markdown </a:t>
            </a: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和 </a:t>
            </a:r>
            <a:r>
              <a:rPr lang="en-US" altLang="zh-TW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Word </a:t>
            </a:r>
            <a:r>
              <a:rPr lang="zh-TW" altLang="en-US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文檔，並附帶架構圖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BE80277-096E-1E8E-70B2-E2615BD5BC29}"/>
              </a:ext>
            </a:extLst>
          </p:cNvPr>
          <p:cNvSpPr txBox="1"/>
          <p:nvPr/>
        </p:nvSpPr>
        <p:spPr>
          <a:xfrm>
            <a:off x="8495731" y="452073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1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流程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C18DB2-8029-6EEA-1550-013D95D39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62" y="1196221"/>
            <a:ext cx="7110076" cy="275105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89C1DD2-2723-A509-203F-00726CCF3FFB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2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34"/>
          <p:cNvCxnSpPr>
            <a:cxnSpLocks/>
          </p:cNvCxnSpPr>
          <p:nvPr/>
        </p:nvCxnSpPr>
        <p:spPr>
          <a:xfrm rot="10800000">
            <a:off x="6641675" y="4364525"/>
            <a:ext cx="2684100" cy="614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DC8B3BE1-3E0A-50E8-FEB8-0B12E735A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24" y="278807"/>
            <a:ext cx="7064352" cy="27434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512576B-A0BC-7492-E219-2E6C9CC6F696}"/>
              </a:ext>
            </a:extLst>
          </p:cNvPr>
          <p:cNvSpPr txBox="1"/>
          <p:nvPr/>
        </p:nvSpPr>
        <p:spPr>
          <a:xfrm>
            <a:off x="1039824" y="3317508"/>
            <a:ext cx="357020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lang="en-US" altLang="zh-TW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AI </a:t>
            </a:r>
            <a:r>
              <a:rPr lang="zh-TW" altLang="en-US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操作：</a:t>
            </a:r>
          </a:p>
          <a:p>
            <a:pPr lvl="1">
              <a:spcBef>
                <a:spcPts val="600"/>
              </a:spcBef>
              <a:defRPr sz="15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1.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使用 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view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工具查看資料夾內容</a:t>
            </a:r>
          </a:p>
          <a:p>
            <a:pPr lvl="1">
              <a:defRPr sz="15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2.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使用 </a:t>
            </a:r>
            <a:r>
              <a:rPr lang="en-US" altLang="zh-TW" sz="1200" dirty="0" err="1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powershell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解析 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DOCX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文件的 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XML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內容</a:t>
            </a:r>
          </a:p>
          <a:p>
            <a:pPr lvl="1">
              <a:defRPr sz="15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3.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提取純文本內容進行分析</a:t>
            </a:r>
          </a:p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D06C9A8-5C85-A6E2-82F6-81297D6D2D66}"/>
              </a:ext>
            </a:extLst>
          </p:cNvPr>
          <p:cNvSpPr txBox="1"/>
          <p:nvPr/>
        </p:nvSpPr>
        <p:spPr>
          <a:xfrm>
            <a:off x="4913194" y="3317508"/>
            <a:ext cx="237757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F4E79"/>
                </a:solidFill>
              </a:defRPr>
            </a:pPr>
            <a:r>
              <a:rPr lang="zh-TW" altLang="en-US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提出改進建議：</a:t>
            </a:r>
          </a:p>
          <a:p>
            <a:pPr lvl="1">
              <a:defRPr sz="1400"/>
            </a:pP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✓ 添加專業結構（章節、目錄）</a:t>
            </a:r>
          </a:p>
          <a:p>
            <a:pPr lvl="1">
              <a:defRPr sz="1400"/>
            </a:pP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✓ 統一語言和術語</a:t>
            </a:r>
          </a:p>
          <a:p>
            <a:pPr lvl="1">
              <a:defRPr sz="1400"/>
            </a:pP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✓ 改進排版和格式</a:t>
            </a:r>
          </a:p>
          <a:p>
            <a:pPr lvl="1">
              <a:defRPr sz="1400"/>
            </a:pP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✓ 添加表格和圖表</a:t>
            </a:r>
          </a:p>
          <a:p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862A3-92BE-DFB4-20E5-10B306F02D9B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3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95861922-87DC-BD30-6751-D80B72A7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24" y="1966070"/>
            <a:ext cx="7064352" cy="2042337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A845560-7C4E-8D59-DFA2-1CC8AD5E986D}"/>
              </a:ext>
            </a:extLst>
          </p:cNvPr>
          <p:cNvSpPr txBox="1"/>
          <p:nvPr/>
        </p:nvSpPr>
        <p:spPr>
          <a:xfrm>
            <a:off x="1039824" y="806778"/>
            <a:ext cx="4801314" cy="115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Markdown 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文件創建 </a:t>
            </a: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(RAG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建置說明書</a:t>
            </a: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_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正式版</a:t>
            </a: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.md)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：</a:t>
            </a:r>
          </a:p>
          <a:p>
            <a:pPr lvl="1">
              <a:spcBef>
                <a:spcPts val="400"/>
              </a:spcBef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完整的目錄和章節結構</a:t>
            </a:r>
          </a:p>
          <a:p>
            <a:pPr lvl="1"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規範化的格式（代碼塊、表格、列表）</a:t>
            </a:r>
          </a:p>
          <a:p>
            <a:pPr lvl="1"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專業的語言和術語</a:t>
            </a:r>
          </a:p>
          <a:p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A494959-8D97-F274-67FD-5B6AAEBC12C1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4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00F0736-4AD9-CC78-9212-CA07F7485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93" y="247448"/>
            <a:ext cx="6967698" cy="457021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5D7ACA8-20EA-9B0D-4515-F0B90B03ABEC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5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BE268E64-77C4-0B57-13D1-84F5203D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8AC428-B0C7-B5DF-0A70-A66D0E251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88" y="250456"/>
            <a:ext cx="7035044" cy="4576249"/>
          </a:xfrm>
          <a:prstGeom prst="rect">
            <a:avLst/>
          </a:prstGeom>
        </p:spPr>
      </p:pic>
      <p:sp>
        <p:nvSpPr>
          <p:cNvPr id="6" name="Google Shape;532;p39">
            <a:extLst>
              <a:ext uri="{FF2B5EF4-FFF2-40B4-BE49-F238E27FC236}">
                <a16:creationId xmlns:a16="http://schemas.microsoft.com/office/drawing/2014/main" id="{EA61514D-6CBE-CB55-9DAE-9083C99B54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1718" y="2299647"/>
            <a:ext cx="4128449" cy="136738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spcBef>
                <a:spcPts val="1200"/>
              </a:spcBef>
              <a:defRPr sz="1600" b="1">
                <a:solidFill>
                  <a:srgbClr val="1F4E79"/>
                </a:solidFill>
              </a:defRPr>
            </a:pP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Word 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文檔轉換 </a:t>
            </a: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(RAG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建置說明書</a:t>
            </a:r>
            <a:r>
              <a:rPr lang="en-US" altLang="zh-TW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.docx)</a:t>
            </a:r>
            <a:r>
              <a:rPr lang="zh-TW" altLang="en-US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：</a:t>
            </a:r>
          </a:p>
          <a:p>
            <a:pPr lvl="1" algn="l">
              <a:spcBef>
                <a:spcPts val="400"/>
              </a:spcBef>
              <a:defRPr sz="1400"/>
            </a:pP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使用 </a:t>
            </a: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python-docx </a:t>
            </a:r>
            <a:r>
              <a:rPr lang="zh-TW" altLang="en-US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進行自動轉換</a:t>
            </a:r>
          </a:p>
          <a:p>
            <a:pPr lvl="1" algn="l">
              <a:defRPr sz="1400"/>
            </a:pP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保留 </a:t>
            </a: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Markdown </a:t>
            </a:r>
            <a:r>
              <a:rPr lang="zh-TW" altLang="en-US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格式（標題、列表、表格等）</a:t>
            </a:r>
          </a:p>
          <a:p>
            <a:pPr lvl="1" algn="l">
              <a:defRPr sz="1400"/>
            </a:pP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• </a:t>
            </a:r>
            <a:r>
              <a:rPr lang="zh-TW" altLang="en-US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檔案大小：約 </a:t>
            </a:r>
            <a:r>
              <a:rPr lang="en-US" altLang="zh-TW" sz="12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43.8 KB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31C610-1BC1-FF6E-2654-FECE89FDA0B5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6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078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C1407F2-A924-DDFB-2349-A51D3664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95" y="855934"/>
            <a:ext cx="5495809" cy="372971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124CBC6-2B14-61E4-D057-89E332953D8D}"/>
              </a:ext>
            </a:extLst>
          </p:cNvPr>
          <p:cNvSpPr txBox="1"/>
          <p:nvPr/>
        </p:nvSpPr>
        <p:spPr>
          <a:xfrm>
            <a:off x="6455547" y="855934"/>
            <a:ext cx="2472152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lang="zh-TW" altLang="en-US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用戶要求：</a:t>
            </a:r>
          </a:p>
          <a:p>
            <a:pPr lvl="1">
              <a:spcBef>
                <a:spcPts val="600"/>
              </a:spcBef>
              <a:defRPr sz="1500" i="1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"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請幫我把這張架構圖放進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word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檔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"</a:t>
            </a:r>
          </a:p>
          <a:p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E83906-9796-A149-C9EE-9C6F32C0ED4B}"/>
              </a:ext>
            </a:extLst>
          </p:cNvPr>
          <p:cNvSpPr txBox="1"/>
          <p:nvPr/>
        </p:nvSpPr>
        <p:spPr>
          <a:xfrm>
            <a:off x="6455547" y="1671542"/>
            <a:ext cx="2416046" cy="1713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F4E79"/>
                </a:solidFill>
              </a:defRPr>
            </a:pPr>
            <a:r>
              <a:rPr lang="en-US" altLang="zh-TW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AI </a:t>
            </a:r>
            <a:r>
              <a:rPr lang="zh-TW" altLang="en-US" sz="160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執行操作：</a:t>
            </a:r>
          </a:p>
          <a:p>
            <a:pPr lvl="1">
              <a:spcBef>
                <a:spcPts val="400"/>
              </a:spcBef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1.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複製架構圖到專案目錄</a:t>
            </a:r>
          </a:p>
          <a:p>
            <a:pPr lvl="1"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2.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增強轉換腳本以支持圖片插入</a:t>
            </a:r>
          </a:p>
          <a:p>
            <a:pPr lvl="1"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3.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在附錄部分添加圖片和標題</a:t>
            </a:r>
          </a:p>
          <a:p>
            <a:pPr lvl="1">
              <a:defRPr sz="1400"/>
            </a:pP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4. </a:t>
            </a: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重新轉換並生成最終版本</a:t>
            </a:r>
            <a:endParaRPr lang="en-US" altLang="zh-TW" sz="1200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  <a:p>
            <a:pPr lvl="1">
              <a:defRPr sz="1400"/>
            </a:pPr>
            <a:endParaRPr lang="en-US" altLang="zh-TW" sz="1200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  <a:p>
            <a:pPr lvl="1">
              <a:defRPr sz="1400"/>
            </a:pPr>
            <a:r>
              <a:rPr lang="zh-TW" altLang="en-US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結果：檔案大小增至 </a:t>
            </a:r>
            <a:r>
              <a:rPr lang="en-US" altLang="zh-TW" sz="1200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182 KB</a:t>
            </a:r>
          </a:p>
          <a:p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1C3901-524A-42EA-5283-AE4E8C7E0C82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7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rPr lang="zh-TW" altLang="en-US" sz="3200" b="0" dirty="0">
                <a:latin typeface="華康新特圓體" panose="020F0909000000000000" pitchFamily="49" charset="-120"/>
                <a:ea typeface="華康新特圓體" panose="020F0909000000000000" pitchFamily="49" charset="-120"/>
              </a:rPr>
              <a:t>使用的技術工具</a:t>
            </a:r>
          </a:p>
        </p:txBody>
      </p:sp>
      <p:graphicFrame>
        <p:nvGraphicFramePr>
          <p:cNvPr id="924" name="Google Shape;924;p50"/>
          <p:cNvGraphicFramePr/>
          <p:nvPr>
            <p:extLst>
              <p:ext uri="{D42A27DB-BD31-4B8C-83A1-F6EECF244321}">
                <p14:modId xmlns:p14="http://schemas.microsoft.com/office/powerpoint/2010/main" val="3936361288"/>
              </p:ext>
            </p:extLst>
          </p:nvPr>
        </p:nvGraphicFramePr>
        <p:xfrm>
          <a:off x="720000" y="1748850"/>
          <a:ext cx="7960174" cy="1706760"/>
        </p:xfrm>
        <a:graphic>
          <a:graphicData uri="http://schemas.openxmlformats.org/drawingml/2006/table">
            <a:tbl>
              <a:tblPr>
                <a:noFill/>
                <a:tableStyleId>{E410624B-763B-4195-9714-21FC24DC8143}</a:tableStyleId>
              </a:tblPr>
              <a:tblGrid>
                <a:gridCol w="7960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500" b="1">
                          <a:solidFill>
                            <a:srgbClr val="4F81BD"/>
                          </a:solidFill>
                        </a:defRPr>
                      </a:pPr>
                      <a:r>
                        <a:rPr lang="en-US" altLang="zh-TW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PowerShell</a:t>
                      </a:r>
                      <a:r>
                        <a:rPr lang="zh-TW" altLang="en-US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：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讀取檔案、執行命令行操作</a:t>
                      </a: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500" b="1">
                          <a:solidFill>
                            <a:srgbClr val="4F81BD"/>
                          </a:solidFill>
                        </a:defRPr>
                      </a:pPr>
                      <a:r>
                        <a:rPr lang="en-US" altLang="zh-TW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Python</a:t>
                      </a:r>
                      <a:r>
                        <a:rPr lang="zh-TW" altLang="en-US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：</a:t>
                      </a:r>
                      <a:r>
                        <a:rPr lang="en-US" altLang="zh-TW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DOCX 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解析、</a:t>
                      </a:r>
                      <a:r>
                        <a:rPr lang="en-US" altLang="zh-TW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Markdown 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轉換、</a:t>
                      </a:r>
                      <a:r>
                        <a:rPr lang="en-US" altLang="zh-TW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PPT 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生成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500" b="1">
                          <a:solidFill>
                            <a:srgbClr val="4F81BD"/>
                          </a:solidFill>
                        </a:defRPr>
                      </a:pPr>
                      <a:r>
                        <a:rPr lang="en-US" altLang="zh-TW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python-docx</a:t>
                      </a:r>
                      <a:r>
                        <a:rPr lang="zh-TW" altLang="en-US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：</a:t>
                      </a:r>
                      <a:r>
                        <a:rPr lang="en-US" altLang="zh-TW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Word 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文檔的創建和編輯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500" b="1">
                          <a:solidFill>
                            <a:srgbClr val="4F81BD"/>
                          </a:solidFill>
                        </a:defRPr>
                      </a:pPr>
                      <a:r>
                        <a:rPr lang="en-US" altLang="zh-TW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Markdown</a:t>
                      </a:r>
                      <a:r>
                        <a:rPr lang="zh-TW" altLang="en-US" sz="1600" b="0" dirty="0"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：</a:t>
                      </a:r>
                      <a:r>
                        <a:rPr lang="zh-TW" altLang="en-US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華康新特圓體" panose="020F0909000000000000" pitchFamily="49" charset="-120"/>
                          <a:ea typeface="華康新特圓體" panose="020F0909000000000000" pitchFamily="49" charset="-120"/>
                        </a:rPr>
                        <a:t>結構化文本格式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BC4F3FBB-C344-4588-1124-87CD263A0FED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8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1"/>
          <p:cNvSpPr/>
          <p:nvPr/>
        </p:nvSpPr>
        <p:spPr>
          <a:xfrm>
            <a:off x="396462" y="2135100"/>
            <a:ext cx="1489200" cy="87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  <a:cs typeface="Sora"/>
                <a:sym typeface="Sora"/>
              </a:rPr>
              <a:t>關鍵收穫</a:t>
            </a:r>
            <a:endParaRPr sz="2400" dirty="0">
              <a:solidFill>
                <a:schemeClr val="bg1"/>
              </a:solidFill>
              <a:latin typeface="華康新特圓體" panose="020F0909000000000000" pitchFamily="49" charset="-120"/>
              <a:ea typeface="華康新特圓體" panose="020F0909000000000000" pitchFamily="49" charset="-120"/>
              <a:cs typeface="Sora"/>
              <a:sym typeface="Sora"/>
            </a:endParaRPr>
          </a:p>
        </p:txBody>
      </p:sp>
      <p:cxnSp>
        <p:nvCxnSpPr>
          <p:cNvPr id="934" name="Google Shape;934;p51"/>
          <p:cNvCxnSpPr>
            <a:cxnSpLocks/>
            <a:stCxn id="930" idx="3"/>
            <a:endCxn id="935" idx="1"/>
          </p:cNvCxnSpPr>
          <p:nvPr/>
        </p:nvCxnSpPr>
        <p:spPr>
          <a:xfrm flipV="1">
            <a:off x="1885662" y="1445225"/>
            <a:ext cx="686524" cy="112652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36" name="Google Shape;936;p51"/>
          <p:cNvCxnSpPr>
            <a:cxnSpLocks/>
            <a:stCxn id="930" idx="3"/>
            <a:endCxn id="937" idx="1"/>
          </p:cNvCxnSpPr>
          <p:nvPr/>
        </p:nvCxnSpPr>
        <p:spPr>
          <a:xfrm>
            <a:off x="1885662" y="2571750"/>
            <a:ext cx="686524" cy="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38" name="Google Shape;938;p51"/>
          <p:cNvCxnSpPr>
            <a:cxnSpLocks/>
            <a:stCxn id="930" idx="3"/>
            <a:endCxn id="939" idx="1"/>
          </p:cNvCxnSpPr>
          <p:nvPr/>
        </p:nvCxnSpPr>
        <p:spPr>
          <a:xfrm>
            <a:off x="1885662" y="2571750"/>
            <a:ext cx="686524" cy="1126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35" name="Google Shape;935;p51"/>
          <p:cNvSpPr txBox="1"/>
          <p:nvPr/>
        </p:nvSpPr>
        <p:spPr>
          <a:xfrm>
            <a:off x="2572186" y="1158875"/>
            <a:ext cx="532611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zh-TW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AI </a:t>
            </a:r>
            <a:r>
              <a:rPr lang="zh-TW" altLang="en-US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可以有效地理解並改進非結構化文檔</a:t>
            </a:r>
            <a:endParaRPr sz="1800" b="1" dirty="0">
              <a:solidFill>
                <a:schemeClr val="bg1"/>
              </a:solidFill>
              <a:latin typeface="華康新特圓體" panose="020F0909000000000000" pitchFamily="49" charset="-120"/>
              <a:ea typeface="華康新特圓體" panose="020F0909000000000000" pitchFamily="49" charset="-120"/>
              <a:cs typeface="Sora"/>
              <a:sym typeface="Sora"/>
            </a:endParaRPr>
          </a:p>
        </p:txBody>
      </p:sp>
      <p:sp>
        <p:nvSpPr>
          <p:cNvPr id="937" name="Google Shape;937;p51"/>
          <p:cNvSpPr txBox="1"/>
          <p:nvPr/>
        </p:nvSpPr>
        <p:spPr>
          <a:xfrm>
            <a:off x="2572186" y="2285403"/>
            <a:ext cx="5326109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zh-TW" altLang="en-US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自動化工具（</a:t>
            </a:r>
            <a:r>
              <a:rPr lang="en-US" altLang="zh-TW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Python</a:t>
            </a:r>
            <a:r>
              <a:rPr lang="zh-TW" altLang="en-US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、</a:t>
            </a:r>
            <a:r>
              <a:rPr lang="en-US" altLang="zh-TW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PowerShell</a:t>
            </a:r>
            <a:r>
              <a:rPr lang="zh-TW" altLang="en-US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）大幅提高效率</a:t>
            </a:r>
            <a:endParaRPr sz="1800" b="1" dirty="0">
              <a:solidFill>
                <a:schemeClr val="bg1"/>
              </a:solidFill>
              <a:latin typeface="華康新特圓體" panose="020F0909000000000000" pitchFamily="49" charset="-120"/>
              <a:ea typeface="華康新特圓體" panose="020F0909000000000000" pitchFamily="49" charset="-120"/>
              <a:cs typeface="Sora"/>
              <a:sym typeface="Sora"/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2572186" y="3411900"/>
            <a:ext cx="5326109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zh-TW" altLang="en-US" sz="1800" dirty="0">
                <a:solidFill>
                  <a:schemeClr val="bg1"/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媒體整合使文檔更加完整和專業</a:t>
            </a:r>
            <a:endParaRPr sz="1800" b="1" dirty="0">
              <a:solidFill>
                <a:schemeClr val="bg1"/>
              </a:solidFill>
              <a:latin typeface="華康新特圓體" panose="020F0909000000000000" pitchFamily="49" charset="-120"/>
              <a:ea typeface="華康新特圓體" panose="020F0909000000000000" pitchFamily="49" charset="-120"/>
              <a:cs typeface="Sora"/>
              <a:sym typeface="Sora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C5021AF-29DD-F70E-B6F8-DA390C0362D9}"/>
              </a:ext>
            </a:extLst>
          </p:cNvPr>
          <p:cNvSpPr txBox="1"/>
          <p:nvPr/>
        </p:nvSpPr>
        <p:spPr>
          <a:xfrm>
            <a:off x="2572186" y="1854598"/>
            <a:ext cx="3166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通過迭代溝通，逐步完善最終成果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841124E-D8AE-4005-6D02-0E6BD197794A}"/>
              </a:ext>
            </a:extLst>
          </p:cNvPr>
          <p:cNvSpPr txBox="1"/>
          <p:nvPr/>
        </p:nvSpPr>
        <p:spPr>
          <a:xfrm>
            <a:off x="2572186" y="2981110"/>
            <a:ext cx="3884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文檔格式轉換可以無縫進行（</a:t>
            </a:r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MD</a:t>
            </a:r>
            <a:r>
              <a:rPr lang="zh-TW" altLang="en-US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 → </a:t>
            </a:r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DOCX</a:t>
            </a:r>
            <a:r>
              <a:rPr lang="zh-TW" altLang="en-US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）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FE44E97-E699-AB58-C1E3-6664DE4DFCC7}"/>
              </a:ext>
            </a:extLst>
          </p:cNvPr>
          <p:cNvSpPr txBox="1"/>
          <p:nvPr/>
        </p:nvSpPr>
        <p:spPr>
          <a:xfrm>
            <a:off x="2572186" y="4098158"/>
            <a:ext cx="3256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AI </a:t>
            </a:r>
            <a:r>
              <a:rPr lang="zh-TW" altLang="en-US" dirty="0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與人類協作可產出高質量的文檔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FAC9C4-B014-DED5-CF33-EAB946B728C2}"/>
              </a:ext>
            </a:extLst>
          </p:cNvPr>
          <p:cNvSpPr txBox="1"/>
          <p:nvPr/>
        </p:nvSpPr>
        <p:spPr>
          <a:xfrm>
            <a:off x="8495731" y="452073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chemeClr val="bg1">
                    <a:lumMod val="25000"/>
                  </a:schemeClr>
                </a:solidFill>
                <a:latin typeface="華康新特圓體" panose="020F0909000000000000" pitchFamily="49" charset="-120"/>
                <a:ea typeface="華康新特圓體" panose="020F0909000000000000" pitchFamily="49" charset="-120"/>
              </a:rPr>
              <a:t>9</a:t>
            </a:r>
            <a:endParaRPr lang="zh-TW" altLang="en-US" dirty="0">
              <a:solidFill>
                <a:schemeClr val="bg1">
                  <a:lumMod val="25000"/>
                </a:schemeClr>
              </a:solidFill>
              <a:latin typeface="華康新特圓體" panose="020F0909000000000000" pitchFamily="49" charset="-120"/>
              <a:ea typeface="華康新特圓體" panose="020F09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366</Words>
  <Application>Microsoft Office PowerPoint</Application>
  <PresentationFormat>如螢幕大小 (16:9)</PresentationFormat>
  <Paragraphs>60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華康新特圓體</vt:lpstr>
      <vt:lpstr>Lato</vt:lpstr>
      <vt:lpstr>Lato Light</vt:lpstr>
      <vt:lpstr>Arial</vt:lpstr>
      <vt:lpstr>Sora</vt:lpstr>
      <vt:lpstr>AI Essentials Workshop by Slidesgo</vt:lpstr>
      <vt:lpstr>與GitHub Copilot App(desktop)溝通</vt:lpstr>
      <vt:lpstr>目標</vt:lpstr>
      <vt:lpstr>流程</vt:lpstr>
      <vt:lpstr>PowerPoint 簡報</vt:lpstr>
      <vt:lpstr>PowerPoint 簡報</vt:lpstr>
      <vt:lpstr>PowerPoint 簡報</vt:lpstr>
      <vt:lpstr>PowerPoint 簡報</vt:lpstr>
      <vt:lpstr>PowerPoint 簡報</vt:lpstr>
      <vt:lpstr>使用的技術工具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Phiebe</dc:creator>
  <cp:lastModifiedBy>phiebe Yang</cp:lastModifiedBy>
  <cp:revision>1</cp:revision>
  <dcterms:modified xsi:type="dcterms:W3CDTF">2026-07-16T08:04:33Z</dcterms:modified>
</cp:coreProperties>
</file>